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dMOVakUhn3wvM3387vyyLWpiw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ru-RU" sz="3600"/>
              <a:t>Оптимизация информационной архитектуры личного кабинета маркетплейса для повышения доступности баланса средств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«Где деньги?»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5567" y="148467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После активации подарочного сертификата клиенты не видят зачисления, так как «Баланс средств» скрыт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 </a:t>
            </a:r>
            <a:endParaRPr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023" y="2650757"/>
            <a:ext cx="6294269" cy="354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7362" y="2650757"/>
            <a:ext cx="2136748" cy="354585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2557606" y="6196613"/>
            <a:ext cx="2867102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Личный кабинет на сайте AS-IS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517784" y="6196613"/>
            <a:ext cx="3395904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Личный кабинет в приложении AS-IS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2"/>
          <p:cNvCxnSpPr/>
          <p:nvPr/>
        </p:nvCxnSpPr>
        <p:spPr>
          <a:xfrm rot="10800000">
            <a:off x="10182687" y="3124940"/>
            <a:ext cx="798991" cy="80786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96" name="Google Shape;96;p2"/>
          <p:cNvSpPr/>
          <p:nvPr/>
        </p:nvSpPr>
        <p:spPr>
          <a:xfrm>
            <a:off x="958788" y="5752730"/>
            <a:ext cx="559294" cy="15092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Анализ и поиск причин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2678095" y="1979721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678096" y="3648723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678097" y="5317725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487" y="2117588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3956880" y="2117588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Разрыв ожидания</a:t>
            </a:r>
            <a:b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пользователь ожидает увидеть пополнение там, где он привык видеть деньги (главный экран финансов)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7487" y="378659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3956880" y="3786590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Видимость статуса</a:t>
            </a:r>
            <a:b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одна из 10 эвристик Якоба Нильсена гласит, что система всегда должна информировать пользователя о том, что происходит, в понятное время. Скрытый баланс нарушает этот принцип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7487" y="5455592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3905091" y="5455592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Операционные издержки</a:t>
            </a:r>
            <a:b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каждый подобный запрос в поддержку стоит компании денег (оплата труда оператора), хотя проблема решается на уровне интерфейса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Контекстное информирование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835567" y="148467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Вынос виджета или иконки «Баланс средств» на первый экран раздела «Финансы»</a:t>
            </a:r>
            <a:endParaRPr/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934" y="2668328"/>
            <a:ext cx="6292800" cy="354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9250" y="2668328"/>
            <a:ext cx="2138400" cy="354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2557606" y="6196613"/>
            <a:ext cx="2973182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Личный кабинет на сайте TO-BE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508130" y="6214328"/>
            <a:ext cx="3460639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Личный кабинет в приложении TO-BE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238449" y="5397623"/>
            <a:ext cx="1069201" cy="79899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Ожидаемый бизнес-эффект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678095" y="1979721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678096" y="3648723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678097" y="5317725"/>
            <a:ext cx="6835805" cy="11757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956880" y="2117588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нагрузки на поддержку</a:t>
            </a:r>
            <a:br>
              <a:rPr b="1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прогноз сокращения информационных запросов по теме «баланса сертификатов» на 30-50%.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956880" y="3853095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+15-20% конверсии</a:t>
            </a:r>
            <a:b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пользователь, который видит деньги на счету, быстрее совершает следующую покупку </a:t>
            </a:r>
            <a:b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905091" y="5455592"/>
            <a:ext cx="5471206" cy="90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+10 п.п. NPS сегмента</a:t>
            </a:r>
            <a:br>
              <a:rPr b="1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снижение уровня тревожности и негатива у клиента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487" y="5455592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7487" y="378659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7487" y="2117588"/>
            <a:ext cx="90000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2026-04-11T09:42:52Z</dcterms:created>
  <dc:creator>User</dc:creator>
</cp:coreProperties>
</file>